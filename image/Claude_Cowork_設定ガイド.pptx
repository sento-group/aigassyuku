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Desktop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Cowork 設定ガイド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Artifacts・拡張機能・コネクタの使い方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sento.group</a:t>
            </a:r>
            <a:endParaRPr lang="en-US" sz="1400" dirty="0"/>
          </a:p>
        </p:txBody>
      </p:sp>
      <p:pic>
        <p:nvPicPr>
          <p:cNvPr id="5" name="Image 0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2194560" cy="2596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C7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F0C75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44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設定メニューの開き方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Claudeの基本設定にアクセスする方法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30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Artifacts・コード実行の設定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AI搭載アーティファクトとコード実行の有効化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16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拡張機能ページ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108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拡張機能でClaudeの能力を拡張する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02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コネクタ一覧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794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利用可能なデスクトップ拡張機能の全体像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87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コネクタの導入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480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検索からインストールまでの手順</a:t>
            </a:r>
            <a:endParaRPr lang="en-US" sz="1300" dirty="0"/>
          </a:p>
        </p:txBody>
      </p:sp>
      <p:pic>
        <p:nvPicPr>
          <p:cNvPr id="24" name="Image 0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60520"/>
            <a:ext cx="64008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solidFill>
            <a:srgbClr val="F0C7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設定メニューの開き方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F0C75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3470617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awesome-stoic-maxwell/mnt/Slide作成/01_設定メニュ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196297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2137" y="1051560"/>
            <a:ext cx="448466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画面左下のメールアドレスをクリック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設定・言語・ヘルプなどにアクセス可能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「プランをアップグレード」からPro/Teamへ移行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Coworkを利用するにはProプラン以上が必要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02137" y="3931920"/>
            <a:ext cx="4484663" cy="502920"/>
          </a:xfrm>
          <a:prstGeom prst="rect">
            <a:avLst/>
          </a:prstGeom>
          <a:solidFill>
            <a:srgbClr val="F5EDDE"/>
          </a:solidFill>
          <a:ln/>
        </p:spPr>
      </p:sp>
      <p:sp>
        <p:nvSpPr>
          <p:cNvPr id="11" name="Text 8"/>
          <p:cNvSpPr/>
          <p:nvPr/>
        </p:nvSpPr>
        <p:spPr>
          <a:xfrm>
            <a:off x="4385017" y="3931920"/>
            <a:ext cx="41189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8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まずはここから設定画面に入ります</a:t>
            </a:r>
            <a:endParaRPr lang="en-US" sz="1200" dirty="0"/>
          </a:p>
        </p:txBody>
      </p:sp>
      <p:pic>
        <p:nvPicPr>
          <p:cNvPr id="12" name="Image 1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434840"/>
            <a:ext cx="365760" cy="429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B3A6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solidFill>
            <a:srgbClr val="F0C7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Artifacts・コード実行の設定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F0C75E"/>
          </a:solidFill>
          <a:ln/>
        </p:spPr>
      </p:sp>
      <p:sp>
        <p:nvSpPr>
          <p:cNvPr id="7" name="Shape 5"/>
          <p:cNvSpPr/>
          <p:nvPr/>
        </p:nvSpPr>
        <p:spPr>
          <a:xfrm>
            <a:off x="2657302" y="1097280"/>
            <a:ext cx="3829396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awesome-stoic-maxwell/mnt/Slide作成/02_アーティファクトとコード実行設定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8742" y="1188720"/>
            <a:ext cx="3646516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3832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「アーティファクト」ON → コードやアプリを画面横に表示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「AI搭載のアーティファクト」→ プロトタイプ作成が可能に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「クラウドコード実行」→ PDF・スプレッドシート等を生成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「ネットワーク外部通信を許可」→ CDN等へアクセス可能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3429000"/>
            <a:ext cx="2743200" cy="548640"/>
          </a:xfrm>
          <a:prstGeom prst="rect">
            <a:avLst/>
          </a:prstGeom>
          <a:solidFill>
            <a:srgbClr val="F5EDDE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8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Coworkの活用にはこれらの設定をすべてONにしておきましょう</a:t>
            </a:r>
            <a:endParaRPr lang="en-US" sz="1100" dirty="0"/>
          </a:p>
        </p:txBody>
      </p:sp>
      <p:pic>
        <p:nvPicPr>
          <p:cNvPr id="12" name="Image 1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434840"/>
            <a:ext cx="365760" cy="429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B3A6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solidFill>
            <a:srgbClr val="F0C7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拡張機能ページ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F0C75E"/>
          </a:solidFill>
          <a:ln/>
        </p:spPr>
      </p:sp>
      <p:sp>
        <p:nvSpPr>
          <p:cNvPr id="7" name="Shape 5"/>
          <p:cNvSpPr/>
          <p:nvPr/>
        </p:nvSpPr>
        <p:spPr>
          <a:xfrm>
            <a:off x="1574460" y="1097280"/>
            <a:ext cx="5995081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awesome-stoic-maxwell/mnt/Slide作成/03_拡張機能ペー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900" y="1188720"/>
            <a:ext cx="5812201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3832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設定画面から「拡張機能」セクションへ移動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Claudeがローカルのアプリ・データ・ツールと連携可能に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「拡張機能を参照」ボタンからコネクタ一覧を表示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詳細設定からカスタムMCPサーバーの追加も可能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3429000"/>
            <a:ext cx="2743200" cy="548640"/>
          </a:xfrm>
          <a:prstGeom prst="rect">
            <a:avLst/>
          </a:prstGeom>
          <a:solidFill>
            <a:srgbClr val="F5EDDE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8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拡張機能がCoworkの真価を発揮するポイントです</a:t>
            </a:r>
            <a:endParaRPr lang="en-US" sz="1100" dirty="0"/>
          </a:p>
        </p:txBody>
      </p:sp>
      <p:pic>
        <p:nvPicPr>
          <p:cNvPr id="12" name="Image 1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434840"/>
            <a:ext cx="365760" cy="429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B3A6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solidFill>
            <a:srgbClr val="F0C7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コネクタ一覧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F0C75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3432409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awesome-stoic-maxwell/mnt/Slide作成/04_コネクタ一覧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158089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63929" y="1051560"/>
            <a:ext cx="4522871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注目・Web・デスクトップ拡張機能のタブで分類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Filesystem、Figma、Apple Notes など多数のコネクタ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各コネクタのインストール数が表示される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PowerPoint、Word、Spotify なども連携可能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63929" y="3931920"/>
            <a:ext cx="4522871" cy="502920"/>
          </a:xfrm>
          <a:prstGeom prst="rect">
            <a:avLst/>
          </a:prstGeom>
          <a:solidFill>
            <a:srgbClr val="F5EDDE"/>
          </a:solidFill>
          <a:ln/>
        </p:spPr>
      </p:sp>
      <p:sp>
        <p:nvSpPr>
          <p:cNvPr id="11" name="Text 8"/>
          <p:cNvSpPr/>
          <p:nvPr/>
        </p:nvSpPr>
        <p:spPr>
          <a:xfrm>
            <a:off x="4346809" y="3931920"/>
            <a:ext cx="41571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8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用途に合ったコネクタを見つけてインストールしましょう</a:t>
            </a:r>
            <a:endParaRPr lang="en-US" sz="1200" dirty="0"/>
          </a:p>
        </p:txBody>
      </p:sp>
      <p:pic>
        <p:nvPicPr>
          <p:cNvPr id="12" name="Image 1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434840"/>
            <a:ext cx="365760" cy="429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B3A6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solidFill>
            <a:srgbClr val="F0C7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 コネクタの導入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F0C75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3818461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awesome-stoic-maxwell/mnt/Slide作成/05_コネクタ検索_Power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635581" cy="1463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971800"/>
            <a:ext cx="2535909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sessions/awesome-stoic-maxwell/mnt/Slide作成/06_PowerPoint拡張機能詳細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2353029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697480"/>
            <a:ext cx="3818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10972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検索バーに「Power」と入力して検索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「PowerPoint (By Anthropic)」を選択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AppleScriptでPowerPointを自動操作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「インストール」ボタンで導入完了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846320" y="3840480"/>
            <a:ext cx="3840480" cy="502920"/>
          </a:xfrm>
          <a:prstGeom prst="rect">
            <a:avLst/>
          </a:prstGeom>
          <a:solidFill>
            <a:srgbClr val="F5EDDE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8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macOS上でMicrosoft PowerPointの操作を自動化できます</a:t>
            </a:r>
            <a:endParaRPr lang="en-US" sz="1200" dirty="0"/>
          </a:p>
        </p:txBody>
      </p:sp>
      <p:pic>
        <p:nvPicPr>
          <p:cNvPr id="15" name="Image 2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434840"/>
            <a:ext cx="365760" cy="4297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B3A6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3A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wesome-stoic-maxwell/mnt/Slide作成/SENTO-LOGO-カラ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1828800" cy="2157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C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準備完了！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Claudeの拡張機能とCoworkで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業務を効率化しましょう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0C75E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sento.group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Desktop Cowork 設定ガイド</dc:title>
  <dc:subject>PptxGenJS Presentation</dc:subject>
  <dc:creator>sento.group</dc:creator>
  <cp:lastModifiedBy>sento.group</cp:lastModifiedBy>
  <cp:revision>1</cp:revision>
  <dcterms:created xsi:type="dcterms:W3CDTF">2026-02-11T13:07:39Z</dcterms:created>
  <dcterms:modified xsi:type="dcterms:W3CDTF">2026-02-11T13:07:39Z</dcterms:modified>
</cp:coreProperties>
</file>